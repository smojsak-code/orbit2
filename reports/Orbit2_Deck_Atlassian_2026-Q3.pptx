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weitet Europa-Präsenz aus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celix wird zu Communardo Austria (brand transition FAQ)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welcomes celix as a new partner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Bregal on acquisition of Celix by Communardo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buys Celix Solutions in Austria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2026-07-21T22:15:06Z</dcterms:created>
  <dcterms:modified xsi:type="dcterms:W3CDTF">2026-07-21T22:15:06Z</dcterms:modified>
</cp:coreProperties>
</file>