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37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Switzerland - Atlassian Solutions Partner Directory listing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adds on Stretch Addera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Acquires Stretch Addera from Stretch AB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BU Bregal Unternehmerkapital on acquisition of Stretch Addera by Communardo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and Mibex Software join forces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2026-07-21T16:47:41Z</dcterms:created>
  <dcterms:modified xsi:type="dcterms:W3CDTF">2026-07-21T16:47:41Z</dcterms:modified>
</cp:coreProperties>
</file>