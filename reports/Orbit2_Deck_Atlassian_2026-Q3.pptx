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42</c:v>
                </c:pt>
                <c:pt idx="1">
                  <c:v>1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2026-07-21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weitet Europa-Präsenz aus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celix wird zu Communardo Austria (brand transition FAQ)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029200" y="29718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126480" y="29718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welcomes celix as a new partner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029200" y="36576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6126480" y="36576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Paul Hastings advises Bregal on acquisition of Celix by Communardo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0" y="43434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126480" y="43434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BU-backed Communardo buys Celix Solutions in Austria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029200" y="5029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126480" y="5029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Elevatic - Atlassian Marketplace vendor listing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2026-07-21T21:57:10Z</dcterms:created>
  <dcterms:modified xsi:type="dcterms:W3CDTF">2026-07-21T21:57:10Z</dcterms:modified>
</cp:coreProperties>
</file>