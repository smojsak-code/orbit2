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Atlassian category scores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Sales Performance</c:v>
                  </c:pt>
                  <c:pt idx="1">
                    <c:v>Marketing</c:v>
                  </c:pt>
                  <c:pt idx="2">
                    <c:v>Market Visibility</c:v>
                  </c:pt>
                  <c:pt idx="3">
                    <c:v>AI Adoption</c:v>
                  </c:pt>
                  <c:pt idx="4">
                    <c:v>Business Planning &amp;</c:v>
                  </c:pt>
                  <c:pt idx="5">
                    <c:v>Registrations (Deal Reg</c:v>
                  </c:pt>
                  <c:pt idx="6">
                    <c:v>3rd Party Vendors</c:v>
                  </c:pt>
                  <c:pt idx="7">
                    <c:v>Solutions</c:v>
                  </c:pt>
                  <c:pt idx="8">
                    <c:v>Services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4.2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Sentiment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59669"/>
              </a:solidFill>
              <a:effectLst/>
            </c:spPr>
          </c:dPt>
          <c:dPt>
            <c:idx val="1"/>
            <c:bubble3D val="0"/>
            <c:spPr>
              <a:solidFill>
                <a:srgbClr val="94A3B8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Neutral</c:v>
                </c:pt>
                <c:pt idx="2">
                  <c:v>Negative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Orbit2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Atlassian Partner Performance — 2026-Q3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58521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Steve Mojsak, Atlassian Alliance Manager, Communardo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2026-07-06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692640" y="-1097280"/>
            <a:ext cx="3657600" cy="365760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3931920"/>
            <a:ext cx="2377440" cy="237744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Score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37160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48056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85+ Strong · 70–84 On track · below 70 Needs attention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0" y="1097280"/>
          <a:ext cx="758952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114800" y="630936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categories are still at 0 pending real Q3 data entry — this is a clean-slate scorecard, not an error.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Breakdown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% shown under each score. Most categories are at 0 — clean-slate scorecard awaiting real Q3 data, not an error.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Performance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8368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18%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71216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80944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80944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980944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80944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93792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03520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303520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303520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0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516368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626096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Adoption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626096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626096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626096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838944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948672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Planning &amp; QBRs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948672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948672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8368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Registrations (Deal Reg / PVR / Service Reg)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58368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658368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8368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871216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980944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Party Vendors &amp; Co-selling (AWS, Google, GSIs)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980944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2980944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980944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193792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303520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303520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2" name="Text 40"/>
          <p:cNvSpPr/>
          <p:nvPr/>
        </p:nvSpPr>
        <p:spPr>
          <a:xfrm>
            <a:off x="5303520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303520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516368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7626096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626096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7" name="Text 45"/>
          <p:cNvSpPr/>
          <p:nvPr/>
        </p:nvSpPr>
        <p:spPr>
          <a:xfrm>
            <a:off x="7626096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626096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Deals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deals logged yet.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686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rows to data/deals.csv (company, TCV/ACV, products, services, vertical, Atlassian account category) or drop a deal sheet into the Evidence Library, and this slide will populate automatically the next time the deck is generated.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 &amp; Sentiment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097280"/>
          <a:ext cx="4206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029200" y="109728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mention(s) found by the automated 12h web scan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02920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126480" y="1600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scales as an Atlassian &amp; Microsoft platform across Europe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29200" y="22860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126480" y="22860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strengthens European presence with expansion into the Benelux region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score is built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sub-metric scores 0–100 as actual ÷ target × 100.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Sub-metric scores combine into a category score using each row's weight.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scores combine into the overall score using data/weights.json.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detail, every formula, every source: docs/methodology.md in the Orbit2 project folder.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any zeroed sub-metrics with real Q3 data via the Evidence Library or CSVs.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key deals in data/deals.csv as they close so this deck stays current.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Re-generate this deck any time from the Orbit2 dashboard's Reports page.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Orbit2 Performance Deck — Atlassian 2026-Q3</dc:title>
  <dc:subject>PptxGenJS Presentation</dc:subject>
  <dc:creator>Orbit2</dc:creator>
  <cp:lastModifiedBy>Orbit2</cp:lastModifiedBy>
  <cp:revision>1</cp:revision>
  <dcterms:created xsi:type="dcterms:W3CDTF">2026-07-06T13:30:18Z</dcterms:created>
  <dcterms:modified xsi:type="dcterms:W3CDTF">2026-07-06T13:30:18Z</dcterms:modified>
</cp:coreProperties>
</file>