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28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2026-07-18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GmbH - Atlassian Solutions Partner Directory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Addera joins Communardo Group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Nordic Coverage: Communardo Group Adds Ambientia's Atlassian Business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Addera joins Communardo Group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Expanding Nordic Coverage: Communardo Group Adds Ambientia's Atlassian Business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Communardo Group, backed by Bregal Unternehmerkapital (BU), acquires Swedish Atlassian partner Stretch Addera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2026-07-18T19:10:00Z</dcterms:created>
  <dcterms:modified xsi:type="dcterms:W3CDTF">2026-07-18T19:10:00Z</dcterms:modified>
</cp:coreProperties>
</file>