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15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2026-07-18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Products rebrands as Elevatic unifying Marketplace app portfolio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Anje Hickey appointed CEO for Atlassian Professional Services in Europe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2971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0" y="29718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partners with Bregal Unternehmerkapital to drive growth strategy and European expansion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3657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0" y="3657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expands Industry Advisory Board with Seidensticker and Kranebitter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4343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3434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enters Nordic market with acquisition of Stretch Addera in Sweden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5029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26480" y="5029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with Mibex strengthens software portfolio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2026-07-18T11:56:58Z</dcterms:created>
  <dcterms:modified xsi:type="dcterms:W3CDTF">2026-07-18T11:56:58Z</dcterms:modified>
</cp:coreProperties>
</file>