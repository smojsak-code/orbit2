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37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2026-07-21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Elevatic - Atlassian Marketplace vendor listing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Switzerland - Atlassian Solutions Partner Directory listing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2971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0" y="29718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BU-backed Communardo adds on Stretch Addera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3657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0" y="3657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Acquires Stretch Addera from Stretch AB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4343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3434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Hastings advises BU Bregal Unternehmerkapital on acquisition of Stretch Addera by Communardo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5029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26480" y="5029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and Mibex Software join forces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2026-07-21T15:42:04Z</dcterms:created>
  <dcterms:modified xsi:type="dcterms:W3CDTF">2026-07-21T15:42:04Z</dcterms:modified>
</cp:coreProperties>
</file>