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50</c:v>
                </c:pt>
                <c:pt idx="1">
                  <c:v>2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2026-07-22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Sweden AB - Atlassian Solutions Partner Directory listing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aety Acquired by Communardo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BU-backed software company Communardo acquires Austrian IT firm ByteSource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gewinnt Bregal Unternehmerkapital als Partner (PROM12 announcement)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GOF advises PROM12 on the sale of Communardo to Bregal Unternehmerkapital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Bregal Unternehmerkapital x Communardo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2026-07-22T07:45:20Z</dcterms:created>
  <dcterms:modified xsi:type="dcterms:W3CDTF">2026-07-22T07:45:20Z</dcterms:modified>
</cp:coreProperties>
</file>