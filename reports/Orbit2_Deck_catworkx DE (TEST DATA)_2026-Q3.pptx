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catworkx DE (TEST DATA) category scores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Sales Performance</c:v>
                  </c:pt>
                  <c:pt idx="1">
                    <c:v>Marketing</c:v>
                  </c:pt>
                  <c:pt idx="2">
                    <c:v>Market Visibility</c:v>
                  </c:pt>
                  <c:pt idx="3">
                    <c:v>AI Adoption</c:v>
                  </c:pt>
                  <c:pt idx="4">
                    <c:v>Business Planning &amp;</c:v>
                  </c:pt>
                  <c:pt idx="5">
                    <c:v>Registrations (Deal Reg</c:v>
                  </c:pt>
                  <c:pt idx="6">
                    <c:v>3rd Party Vendors</c:v>
                  </c:pt>
                  <c:pt idx="7">
                    <c:v>Solutions</c:v>
                  </c:pt>
                  <c:pt idx="8">
                    <c:v>Services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50</c:v>
                </c:pt>
                <c:pt idx="6">
                  <c:v>20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Orbit2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catworkx DE (TEST DATA) Partner Performance — 2026-Q3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5852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Steve Mojsak, Atlassian Alliance Manager, Communardo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2026-07-06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92640" y="-1097280"/>
            <a:ext cx="3657600" cy="3657600"/>
          </a:xfrm>
          <a:prstGeom prst="ellipse">
            <a:avLst/>
          </a:prstGeom>
          <a:solidFill>
            <a:srgbClr val="2C3A8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0" y="3931920"/>
            <a:ext cx="2377440" cy="2377440"/>
          </a:xfrm>
          <a:prstGeom prst="ellipse">
            <a:avLst/>
          </a:prstGeom>
          <a:solidFill>
            <a:srgbClr val="2C3A8C">
              <a:alpha val="6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3716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85+ Strong · 70–84 On track · below 70 Needs attention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114800" y="1097280"/>
          <a:ext cx="758952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Breakdown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% shown under each score — see the full report for sub-metric detail.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212848" cy="2377440"/>
          </a:xfrm>
          <a:prstGeom prst="roundRect">
            <a:avLst>
              <a:gd name="adj" fmla="val 33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55448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2286000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30175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18%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333756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71216" y="1417320"/>
            <a:ext cx="2212848" cy="2377440"/>
          </a:xfrm>
          <a:prstGeom prst="roundRect">
            <a:avLst>
              <a:gd name="adj" fmla="val 33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80944" y="155448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80944" y="2286000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980944" y="30175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8%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80944" y="333756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93792" y="1417320"/>
            <a:ext cx="2212848" cy="2377440"/>
          </a:xfrm>
          <a:prstGeom prst="roundRect">
            <a:avLst>
              <a:gd name="adj" fmla="val 33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03520" y="155448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Visibility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03520" y="2286000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303520" y="30175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8%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0" y="333756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16368" y="1417320"/>
            <a:ext cx="2212848" cy="2377440"/>
          </a:xfrm>
          <a:prstGeom prst="roundRect">
            <a:avLst>
              <a:gd name="adj" fmla="val 33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626096" y="155448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626096" y="2286000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626096" y="30175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8%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26096" y="333756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838944" y="1417320"/>
            <a:ext cx="2212848" cy="2377440"/>
          </a:xfrm>
          <a:prstGeom prst="roundRect">
            <a:avLst>
              <a:gd name="adj" fmla="val 33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948672" y="155448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Planning &amp; QBRs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948672" y="2286000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948672" y="30175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948672" y="333756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904488"/>
            <a:ext cx="2212848" cy="2377440"/>
          </a:xfrm>
          <a:prstGeom prst="roundRect">
            <a:avLst>
              <a:gd name="adj" fmla="val 33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8368" y="4041648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 (Deal Reg / PVR / Service Reg)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8368" y="4773168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58368" y="550468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12%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8368" y="582472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871216" y="3904488"/>
            <a:ext cx="2212848" cy="2377440"/>
          </a:xfrm>
          <a:prstGeom prst="roundRect">
            <a:avLst>
              <a:gd name="adj" fmla="val 33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980944" y="4041648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Party Vendors &amp; Co-selling (AWS, Google, GSIs)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980944" y="4773168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2980944" y="550468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12%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980944" y="582472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193792" y="3904488"/>
            <a:ext cx="2212848" cy="2377440"/>
          </a:xfrm>
          <a:prstGeom prst="roundRect">
            <a:avLst>
              <a:gd name="adj" fmla="val 33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303520" y="4041648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303520" y="4773168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5303520" y="550468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12%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03520" y="582472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516368" y="3904488"/>
            <a:ext cx="2212848" cy="2377440"/>
          </a:xfrm>
          <a:prstGeom prst="roundRect">
            <a:avLst>
              <a:gd name="adj" fmla="val 33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626096" y="4041648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626096" y="4773168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3000" dirty="0"/>
          </a:p>
        </p:txBody>
      </p:sp>
      <p:sp>
        <p:nvSpPr>
          <p:cNvPr id="47" name="Text 45"/>
          <p:cNvSpPr/>
          <p:nvPr/>
        </p:nvSpPr>
        <p:spPr>
          <a:xfrm>
            <a:off x="7626096" y="550468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10%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626096" y="582472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Deals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deals logged yet.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rows to data/deals.csv (company, TCV/ACV, products, services, vertical, Atlassian account category) or drop a deal sheet into the Evidence Library, and this slide will populate automatically the next time the deck is generated.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Visibility &amp; Sentiment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97280"/>
          <a:ext cx="4206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029200" y="10972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mention(s) found by the automated 12h web scan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029200" y="1600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126480" y="16002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Communardo scales as an Atlassian &amp; Microsoft platform across Europe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0" y="2286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126480" y="22860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Communardo strengthens European presence with expansion into the Benelux region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score is built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sub-metric scores 0–100 as actual ÷ target × 100.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Sub-metric scores combine into a category score using each row's weight.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scores combine into the overall score using data/weights.json.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detail, every formula, every source: docs/methodology.md in the Orbit2 project folder.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any zeroed sub-metrics with real Q3 data via the Evidence Library or CSVs.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key deals in data/deals.csv as they close so this deck stays current.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Re-generate this deck any time from the Orbit2 dashboard's Reports page.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Orbit2 Performance Deck — catworkx DE (TEST DATA) 2026-Q3</dc:title>
  <dc:subject>PptxGenJS Presentation</dc:subject>
  <dc:creator>Orbit2</dc:creator>
  <cp:lastModifiedBy>Orbit2</cp:lastModifiedBy>
  <cp:revision>1</cp:revision>
  <dcterms:created xsi:type="dcterms:W3CDTF">2026-07-06T13:30:19Z</dcterms:created>
  <dcterms:modified xsi:type="dcterms:W3CDTF">2026-07-06T13:30:19Z</dcterms:modified>
</cp:coreProperties>
</file>